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IR Weekly Conversion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IR Only — Dec 2025 to Feb 2026  |  Net Conversion = Rented ÷ (Rented + Cancelled)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9601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868680"/>
                <a:gridCol w="868680"/>
                <a:gridCol w="868680"/>
                <a:gridCol w="1005840"/>
                <a:gridCol w="868680"/>
                <a:gridCol w="1097280"/>
                <a:gridCol w="914400"/>
                <a:gridCol w="914400"/>
                <a:gridCol w="1143000"/>
              </a:tblGrid>
              <a:tr h="457200"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R+C</a:t>
                      </a:r>
                    </a:p>
                  </a:txBody>
                  <a:tcPr>
                    <a:solidFill>
                      <a:srgbClr val="E8E8E8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Net
Conv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Total
Reservations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Unused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Gross
Conv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Net Conv
Trail 4wk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22 Dec 2025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3,452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1,608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5,060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5,443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63.4%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29 Dec 2025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4,236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1,755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5,991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70.7%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6,401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66.2%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 Jan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5,612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7,525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619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8,144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68.9%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 Jan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5,366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1,853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7,219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7,879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68.1%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72.4%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 Jan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4,988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1,616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6,604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75.5%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823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7,427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67.2%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26 Jan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4,819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1,585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6,404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1,015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7,419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65.0%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74.9%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02 Feb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5,019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1,483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6,502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77.2%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8,122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75.5%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09 Feb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4,031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1,133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5,164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78.1%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2,876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8,040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35.8%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50.1%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76.4%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37,523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12,946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50,469</a:t>
                      </a:r>
                    </a:p>
                  </a:txBody>
                  <a:tcPr>
                    <a:solidFill>
                      <a:srgbClr val="E0E0E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8,406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58,875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63.7%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E6E6E"/>
                </a:solidFill>
                <a:latin typeface="Calibri"/>
              </a:rPr>
              <a:t>Note: Most recent weeks may show elevated % Unused due to reservations still being worked.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